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72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41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6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76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46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51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3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4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10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7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55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82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0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34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10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75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2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1D42F94-B6BD-4C86-94DF-9002ACBE67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7E59948-2B99-45BF-BA30-BCA89B13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8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5E205B-EAA0-0C51-A5F3-36E088CAD9E9}"/>
              </a:ext>
            </a:extLst>
          </p:cNvPr>
          <p:cNvSpPr/>
          <p:nvPr/>
        </p:nvSpPr>
        <p:spPr>
          <a:xfrm>
            <a:off x="1841500" y="2870200"/>
            <a:ext cx="876300" cy="5588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AI Agent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AA5D4A-2FF2-4BD4-2D59-0F1670350239}"/>
              </a:ext>
            </a:extLst>
          </p:cNvPr>
          <p:cNvCxnSpPr/>
          <p:nvPr/>
        </p:nvCxnSpPr>
        <p:spPr>
          <a:xfrm>
            <a:off x="2832100" y="3149600"/>
            <a:ext cx="673100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C83AA5-0C83-D64B-BFEB-64AF87ECBC2D}"/>
              </a:ext>
            </a:extLst>
          </p:cNvPr>
          <p:cNvSpPr/>
          <p:nvPr/>
        </p:nvSpPr>
        <p:spPr>
          <a:xfrm>
            <a:off x="3625850" y="2870200"/>
            <a:ext cx="984250" cy="5588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Portcullis Gate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43020E0-AFA7-648C-0D32-73B7A53E17AF}"/>
              </a:ext>
            </a:extLst>
          </p:cNvPr>
          <p:cNvSpPr/>
          <p:nvPr/>
        </p:nvSpPr>
        <p:spPr>
          <a:xfrm>
            <a:off x="5676900" y="2870200"/>
            <a:ext cx="984250" cy="5588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Portcullis Keep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FCE7491-A72C-D745-2D7C-783872AFD029}"/>
              </a:ext>
            </a:extLst>
          </p:cNvPr>
          <p:cNvCxnSpPr>
            <a:cxnSpLocks/>
          </p:cNvCxnSpPr>
          <p:nvPr/>
        </p:nvCxnSpPr>
        <p:spPr>
          <a:xfrm>
            <a:off x="4692650" y="3149600"/>
            <a:ext cx="920750" cy="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2D2ADD-78C2-B141-B70C-6DCD8319E316}"/>
              </a:ext>
            </a:extLst>
          </p:cNvPr>
          <p:cNvSpPr/>
          <p:nvPr/>
        </p:nvSpPr>
        <p:spPr>
          <a:xfrm>
            <a:off x="7029450" y="1206500"/>
            <a:ext cx="2832100" cy="3886200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602C93-6CD4-A6F0-5C6C-A9F986FF7D27}"/>
              </a:ext>
            </a:extLst>
          </p:cNvPr>
          <p:cNvSpPr/>
          <p:nvPr/>
        </p:nvSpPr>
        <p:spPr>
          <a:xfrm>
            <a:off x="7518400" y="1517650"/>
            <a:ext cx="1244600" cy="5207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GitHub MCP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AC4A9A-08E2-9503-B536-134A3EDCD85B}"/>
              </a:ext>
            </a:extLst>
          </p:cNvPr>
          <p:cNvSpPr/>
          <p:nvPr/>
        </p:nvSpPr>
        <p:spPr>
          <a:xfrm>
            <a:off x="7473950" y="2343150"/>
            <a:ext cx="1289050" cy="5207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Internal MCP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2389446-1CDE-3989-5948-51B4FF715B26}"/>
              </a:ext>
            </a:extLst>
          </p:cNvPr>
          <p:cNvSpPr/>
          <p:nvPr/>
        </p:nvSpPr>
        <p:spPr>
          <a:xfrm>
            <a:off x="7473950" y="3149600"/>
            <a:ext cx="1289050" cy="5207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Database MCP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79A3A8-E8BC-9F0C-980F-A4CC7DF1FC87}"/>
              </a:ext>
            </a:extLst>
          </p:cNvPr>
          <p:cNvSpPr/>
          <p:nvPr/>
        </p:nvSpPr>
        <p:spPr>
          <a:xfrm>
            <a:off x="7473950" y="4000500"/>
            <a:ext cx="1289050" cy="5207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Commerce MCP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BE1A6AC-BA2B-ACF5-C345-8713C1DA2998}"/>
              </a:ext>
            </a:extLst>
          </p:cNvPr>
          <p:cNvCxnSpPr>
            <a:cxnSpLocks/>
            <a:stCxn id="12" idx="1"/>
            <a:endCxn id="8" idx="0"/>
          </p:cNvCxnSpPr>
          <p:nvPr/>
        </p:nvCxnSpPr>
        <p:spPr>
          <a:xfrm rot="10800000" flipV="1">
            <a:off x="6169026" y="1778000"/>
            <a:ext cx="1349375" cy="1092200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77BAA2E-9A2D-82F1-E67B-AF855C4CEDCB}"/>
              </a:ext>
            </a:extLst>
          </p:cNvPr>
          <p:cNvCxnSpPr>
            <a:stCxn id="13" idx="1"/>
            <a:endCxn id="8" idx="0"/>
          </p:cNvCxnSpPr>
          <p:nvPr/>
        </p:nvCxnSpPr>
        <p:spPr>
          <a:xfrm rot="10800000" flipV="1">
            <a:off x="6169026" y="2603500"/>
            <a:ext cx="1304925" cy="266700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526BAE5-073C-4C4D-21CE-1AB4C2AB6E8A}"/>
              </a:ext>
            </a:extLst>
          </p:cNvPr>
          <p:cNvCxnSpPr>
            <a:stCxn id="14" idx="1"/>
            <a:endCxn id="8" idx="2"/>
          </p:cNvCxnSpPr>
          <p:nvPr/>
        </p:nvCxnSpPr>
        <p:spPr>
          <a:xfrm rot="10800000" flipV="1">
            <a:off x="6169026" y="3409950"/>
            <a:ext cx="1304925" cy="19050"/>
          </a:xfrm>
          <a:prstGeom prst="bentConnector4">
            <a:avLst>
              <a:gd name="adj1" fmla="val 31144"/>
              <a:gd name="adj2" fmla="val 2566667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C2C58954-71B8-DA35-5E0A-77FFAD1E2F30}"/>
              </a:ext>
            </a:extLst>
          </p:cNvPr>
          <p:cNvCxnSpPr>
            <a:stCxn id="15" idx="1"/>
            <a:endCxn id="8" idx="2"/>
          </p:cNvCxnSpPr>
          <p:nvPr/>
        </p:nvCxnSpPr>
        <p:spPr>
          <a:xfrm rot="10800000">
            <a:off x="6169026" y="3429000"/>
            <a:ext cx="1304925" cy="831850"/>
          </a:xfrm>
          <a:prstGeom prst="bentConnector2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2DBC8D1-4830-1D76-9DCC-0493C352B60D}"/>
              </a:ext>
            </a:extLst>
          </p:cNvPr>
          <p:cNvSpPr txBox="1"/>
          <p:nvPr/>
        </p:nvSpPr>
        <p:spPr>
          <a:xfrm>
            <a:off x="2914650" y="2870200"/>
            <a:ext cx="52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MCP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DD94-1F80-A6B5-E8DE-99E9A75AF7C9}"/>
              </a:ext>
            </a:extLst>
          </p:cNvPr>
          <p:cNvSpPr txBox="1"/>
          <p:nvPr/>
        </p:nvSpPr>
        <p:spPr>
          <a:xfrm>
            <a:off x="4616450" y="2718713"/>
            <a:ext cx="10858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Enriched MCP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46F5B9-D151-6A5A-45A1-C33CA6EE8902}"/>
              </a:ext>
            </a:extLst>
          </p:cNvPr>
          <p:cNvSpPr txBox="1"/>
          <p:nvPr/>
        </p:nvSpPr>
        <p:spPr>
          <a:xfrm>
            <a:off x="6461125" y="2335540"/>
            <a:ext cx="52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MCP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4C798E-4C39-1075-FCF7-F33FF5A994EB}"/>
              </a:ext>
            </a:extLst>
          </p:cNvPr>
          <p:cNvSpPr txBox="1"/>
          <p:nvPr/>
        </p:nvSpPr>
        <p:spPr>
          <a:xfrm>
            <a:off x="6461125" y="1440647"/>
            <a:ext cx="52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MCP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CF8B2F-6E23-E6FA-0D6F-654371FB25BF}"/>
              </a:ext>
            </a:extLst>
          </p:cNvPr>
          <p:cNvSpPr txBox="1"/>
          <p:nvPr/>
        </p:nvSpPr>
        <p:spPr>
          <a:xfrm>
            <a:off x="6461125" y="3583315"/>
            <a:ext cx="52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MCP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3E43AF-25B4-843D-2441-38AC25C3C9F6}"/>
              </a:ext>
            </a:extLst>
          </p:cNvPr>
          <p:cNvSpPr txBox="1"/>
          <p:nvPr/>
        </p:nvSpPr>
        <p:spPr>
          <a:xfrm>
            <a:off x="6461125" y="4284360"/>
            <a:ext cx="52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MCP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399718-3D76-4094-D336-EC303550E2E2}"/>
              </a:ext>
            </a:extLst>
          </p:cNvPr>
          <p:cNvSpPr txBox="1"/>
          <p:nvPr/>
        </p:nvSpPr>
        <p:spPr>
          <a:xfrm>
            <a:off x="6988175" y="5219700"/>
            <a:ext cx="287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Firewall Boundary</a:t>
            </a:r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98964127-D1FA-AF51-08ED-D80B520995CC}"/>
              </a:ext>
            </a:extLst>
          </p:cNvPr>
          <p:cNvSpPr/>
          <p:nvPr/>
        </p:nvSpPr>
        <p:spPr>
          <a:xfrm>
            <a:off x="5448300" y="4521200"/>
            <a:ext cx="720725" cy="476245"/>
          </a:xfrm>
          <a:prstGeom prst="can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Policy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C815994-E673-4B11-CC21-D9888F01D3CD}"/>
              </a:ext>
            </a:extLst>
          </p:cNvPr>
          <p:cNvCxnSpPr>
            <a:cxnSpLocks/>
            <a:stCxn id="32" idx="1"/>
          </p:cNvCxnSpPr>
          <p:nvPr/>
        </p:nvCxnSpPr>
        <p:spPr>
          <a:xfrm rot="5400000" flipH="1" flipV="1">
            <a:off x="5259705" y="3972240"/>
            <a:ext cx="1097919" cy="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61F282FD-401E-4DB1-D85C-4CED61D01C35}"/>
              </a:ext>
            </a:extLst>
          </p:cNvPr>
          <p:cNvSpPr/>
          <p:nvPr/>
        </p:nvSpPr>
        <p:spPr>
          <a:xfrm>
            <a:off x="5429249" y="1034703"/>
            <a:ext cx="739775" cy="571957"/>
          </a:xfrm>
          <a:prstGeom prst="foldedCorne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Audit Logs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2BD0F78-CA07-B84F-C19E-446CEBC8A7F9}"/>
              </a:ext>
            </a:extLst>
          </p:cNvPr>
          <p:cNvCxnSpPr/>
          <p:nvPr/>
        </p:nvCxnSpPr>
        <p:spPr>
          <a:xfrm flipV="1">
            <a:off x="5808663" y="1606660"/>
            <a:ext cx="0" cy="125719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7120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768</TotalTime>
  <Words>26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Century Gothic</vt:lpstr>
      <vt:lpstr>Wingdings 3</vt:lpstr>
      <vt:lpstr>Ion Boardroom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Brothers</dc:creator>
  <cp:lastModifiedBy>John Brothers</cp:lastModifiedBy>
  <cp:revision>1</cp:revision>
  <dcterms:created xsi:type="dcterms:W3CDTF">2026-05-08T02:31:18Z</dcterms:created>
  <dcterms:modified xsi:type="dcterms:W3CDTF">2026-05-08T15:20:09Z</dcterms:modified>
</cp:coreProperties>
</file>